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0556D7-0FE4-49AA-B09D-195879CAEAD9}" v="1" dt="2025-06-16T17:39:45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haraj, Gourahari" userId="19e8288f-ef03-4ae8-bba9-4f36bc730e3c" providerId="ADAL" clId="{ED0556D7-0FE4-49AA-B09D-195879CAEAD9}"/>
    <pc:docChg chg="custSel addSld modSld">
      <pc:chgData name="Praharaj, Gourahari" userId="19e8288f-ef03-4ae8-bba9-4f36bc730e3c" providerId="ADAL" clId="{ED0556D7-0FE4-49AA-B09D-195879CAEAD9}" dt="2025-06-16T17:39:48.433" v="6" actId="26606"/>
      <pc:docMkLst>
        <pc:docMk/>
      </pc:docMkLst>
      <pc:sldChg chg="addSp delSp modSp new mod setBg">
        <pc:chgData name="Praharaj, Gourahari" userId="19e8288f-ef03-4ae8-bba9-4f36bc730e3c" providerId="ADAL" clId="{ED0556D7-0FE4-49AA-B09D-195879CAEAD9}" dt="2025-06-16T17:39:48.433" v="6" actId="26606"/>
        <pc:sldMkLst>
          <pc:docMk/>
          <pc:sldMk cId="2542676675" sldId="256"/>
        </pc:sldMkLst>
        <pc:spChg chg="del mod">
          <ac:chgData name="Praharaj, Gourahari" userId="19e8288f-ef03-4ae8-bba9-4f36bc730e3c" providerId="ADAL" clId="{ED0556D7-0FE4-49AA-B09D-195879CAEAD9}" dt="2025-06-16T17:39:41.111" v="2" actId="478"/>
          <ac:spMkLst>
            <pc:docMk/>
            <pc:sldMk cId="2542676675" sldId="256"/>
            <ac:spMk id="2" creationId="{E281D16C-35B4-E585-2019-7DA718595E16}"/>
          </ac:spMkLst>
        </pc:spChg>
        <pc:spChg chg="del mod">
          <ac:chgData name="Praharaj, Gourahari" userId="19e8288f-ef03-4ae8-bba9-4f36bc730e3c" providerId="ADAL" clId="{ED0556D7-0FE4-49AA-B09D-195879CAEAD9}" dt="2025-06-16T17:39:43.679" v="4" actId="478"/>
          <ac:spMkLst>
            <pc:docMk/>
            <pc:sldMk cId="2542676675" sldId="256"/>
            <ac:spMk id="3" creationId="{DDE204C8-ACC7-3C82-7109-F32448E127E1}"/>
          </ac:spMkLst>
        </pc:spChg>
        <pc:picChg chg="add mod">
          <ac:chgData name="Praharaj, Gourahari" userId="19e8288f-ef03-4ae8-bba9-4f36bc730e3c" providerId="ADAL" clId="{ED0556D7-0FE4-49AA-B09D-195879CAEAD9}" dt="2025-06-16T17:39:48.433" v="6" actId="26606"/>
          <ac:picMkLst>
            <pc:docMk/>
            <pc:sldMk cId="2542676675" sldId="256"/>
            <ac:picMk id="1026" creationId="{0E01CBB3-3A6A-075C-E617-24B229EDC20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EFDE-37FF-4BEA-5A42-2D63A401D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F4A66-AD56-E562-98D5-C7EF0E57A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08A21-ADCA-A786-133F-9F31C35A9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7105-763D-4089-A716-5482926EFC4F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03EAA-91B1-F79A-0E98-9D4B9CF25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A10CA-0E05-B90E-B460-5CE30A492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B4A8-D10B-4C58-8829-CCB32DC13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533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B388-C6E9-060A-480B-813DAB983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98CF3-4A10-5D24-A432-224CF8AE3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EE740-0F30-B934-E0BC-FC3B3BC5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7105-763D-4089-A716-5482926EFC4F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615DB-3165-5A09-239F-8A3013B7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72CFD-B985-54B2-86DC-6D257028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B4A8-D10B-4C58-8829-CCB32DC13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19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85E63-EA70-1757-959A-AE9E2B796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86FEB-5E1A-BFBB-E8A2-FC09F8A57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C10E5-1CE4-B15A-393F-C5B232793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7105-763D-4089-A716-5482926EFC4F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2DCA5-DA50-AD96-B33D-5DF8B00F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34A84-BD9A-3E5E-0AAA-DFDE7630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B4A8-D10B-4C58-8829-CCB32DC13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94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D08E-F0F4-2496-6BE8-AC12B99DE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A5220-E054-2AB7-75AB-F6F92C707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6418D-2138-2C62-06C6-BA02489B5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29367-3474-C47C-4F10-108C7BDF4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7105-763D-4089-A716-5482926EFC4F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86F59-2535-6E5B-9E51-C3312DA8D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B33FA-CC28-7824-1BFF-9A1954B7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B4A8-D10B-4C58-8829-CCB32DC13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48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63FD-C924-4172-8F34-7B71A58A4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26663-E102-9056-A2A1-F4D2B57AA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51494-D205-10AC-F963-04E766C45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1BFF6-0978-F31D-314E-CCA3C9165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1EFD5D-9119-8984-223A-750F6E2497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285137-F843-49F3-7092-FD7763360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7105-763D-4089-A716-5482926EFC4F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2AD601-0F95-ED66-E034-C0331E8FD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2B590-CD6F-0CA0-6F61-6FFEBA0E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B4A8-D10B-4C58-8829-CCB32DC13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86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63E0-65DE-4C3E-4298-B068F0DDB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E0C03-22E5-E67E-9DFF-BC6D4109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7105-763D-4089-A716-5482926EFC4F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F130A-8CCB-834E-4EBA-343F9672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37B5B-C1E0-D9BB-64E6-512C9CC3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B4A8-D10B-4C58-8829-CCB32DC13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30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CBF44-0A22-D9B9-F7CA-E0DC275F4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7105-763D-4089-A716-5482926EFC4F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CEBF3-64DB-FD05-43B2-9B249FB9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8F2A2-23B0-DF3C-C92E-AB1640FF6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B4A8-D10B-4C58-8829-CCB32DC13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89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651E0-0D82-40F5-5DA0-799DA08E5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B876D-2D64-3D6B-2C69-9EC84130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B8C8D-938D-7329-C5B3-D97F6516B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1966B-530C-18DC-6C6E-C8832AA6D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7105-763D-4089-A716-5482926EFC4F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F8C3D-70B9-20EF-DC85-825511ED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E3A9E-5F9C-ACDB-EE59-8D66C7A75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B4A8-D10B-4C58-8829-CCB32DC13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058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605AA-BC34-9BFB-E352-54169CAA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0167DF-0DA4-6533-0041-B0778C171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C9C49-1CB6-BD59-652B-C8672AA37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06278-6EB3-793F-3EC6-A0E18AE75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7105-763D-4089-A716-5482926EFC4F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50B46-0724-F91A-1E46-72BD95F5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6D9C3-115F-B3A7-1BDB-9A497B9E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B4A8-D10B-4C58-8829-CCB32DC13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380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9424-8A8C-796A-58EE-D9FDA4AD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BB6C5-2B7D-75D7-C85D-8EE8A5B3C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0A2FE-3765-10A9-2733-0E2AE06B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7105-763D-4089-A716-5482926EFC4F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5E513-CA2E-9A75-0ED7-660B301D1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D8EE9-FE1B-6313-E336-BE5AEAED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B4A8-D10B-4C58-8829-CCB32DC13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448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854AB6-3A7A-C910-BCEA-D8BA56581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8EAB0-C3F6-1878-151B-00C545052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8318E-E38F-6F31-40DB-32DBB544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7105-763D-4089-A716-5482926EFC4F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33F64-3457-7B87-6C06-8F30AD92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C4790-09E2-BFF2-A842-633461C1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B4A8-D10B-4C58-8829-CCB32DC13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442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DEADE-90AF-4BAB-8898-D830CA081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B79B2-498B-C7E7-D972-6A3E9236F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E2289-300E-B48B-78A2-494F4B7A6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F7105-763D-4089-A716-5482926EFC4F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76DD4-9E1C-3294-4999-221119476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27D17-C399-C2A9-2E2F-B23973581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3B4A8-D10B-4C58-8829-CCB32DC13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29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E01CBB3-3A6A-075C-E617-24B229EDC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852677"/>
            <a:ext cx="10905066" cy="515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676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Praharaj, Gourahari</dc:creator>
  <cp:lastModifiedBy>Gourahari Praharaj</cp:lastModifiedBy>
  <cp:revision>1</cp:revision>
  <dcterms:created xsi:type="dcterms:W3CDTF">2025-06-16T17:39:32Z</dcterms:created>
  <dcterms:modified xsi:type="dcterms:W3CDTF">2025-06-16T17:39:50Z</dcterms:modified>
</cp:coreProperties>
</file>