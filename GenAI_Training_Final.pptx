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00C8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858000" y="274320"/>
            <a:ext cx="2011680" cy="2011680"/>
          </a:xfrm>
          <a:prstGeom prst="rect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498080" y="914400"/>
            <a:ext cx="1371600" cy="1371600"/>
          </a:xfrm>
          <a:prstGeom prst="rect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400800" y="1645920"/>
            <a:ext cx="914400" cy="914400"/>
          </a:xfrm>
          <a:prstGeom prst="rect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4389120"/>
            <a:ext cx="73152" cy="73152"/>
          </a:xfrm>
          <a:prstGeom prst="ellipse">
            <a:avLst/>
          </a:prstGeom>
          <a:solidFill>
            <a:srgbClr val="00C8FF">
              <a:alpha val="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4389120"/>
            <a:ext cx="73152" cy="73152"/>
          </a:xfrm>
          <a:prstGeom prst="ellipse">
            <a:avLst/>
          </a:prstGeom>
          <a:solidFill>
            <a:srgbClr val="00C8FF">
              <a:alpha val="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4389120"/>
            <a:ext cx="73152" cy="73152"/>
          </a:xfrm>
          <a:prstGeom prst="ellipse">
            <a:avLst/>
          </a:prstGeom>
          <a:solidFill>
            <a:srgbClr val="00C8FF">
              <a:alpha val="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7088" y="4389120"/>
            <a:ext cx="73152" cy="73152"/>
          </a:xfrm>
          <a:prstGeom prst="ellipse">
            <a:avLst/>
          </a:prstGeom>
          <a:solidFill>
            <a:srgbClr val="00C8FF">
              <a:alpha val="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4389120"/>
            <a:ext cx="73152" cy="73152"/>
          </a:xfrm>
          <a:prstGeom prst="ellipse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4389120"/>
            <a:ext cx="73152" cy="73152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4389120"/>
            <a:ext cx="73152" cy="73152"/>
          </a:xfrm>
          <a:prstGeom prst="ellipse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4389120"/>
            <a:ext cx="73152" cy="73152"/>
          </a:xfrm>
          <a:prstGeom prst="ellipse">
            <a:avLst/>
          </a:prstGeom>
          <a:solidFill>
            <a:srgbClr val="00C8FF">
              <a:alpha val="-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4389120"/>
            <a:ext cx="73152" cy="73152"/>
          </a:xfrm>
          <a:prstGeom prst="ellipse">
            <a:avLst/>
          </a:prstGeom>
          <a:solidFill>
            <a:srgbClr val="00C8FF">
              <a:alpha val="-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4389120"/>
            <a:ext cx="73152" cy="73152"/>
          </a:xfrm>
          <a:prstGeom prst="ellipse">
            <a:avLst/>
          </a:prstGeom>
          <a:solidFill>
            <a:srgbClr val="00C8FF">
              <a:alpha val="-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4389120"/>
            <a:ext cx="73152" cy="73152"/>
          </a:xfrm>
          <a:prstGeom prst="ellipse">
            <a:avLst/>
          </a:prstGeom>
          <a:solidFill>
            <a:srgbClr val="00C8FF">
              <a:alpha val="-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4389120"/>
            <a:ext cx="73152" cy="73152"/>
          </a:xfrm>
          <a:prstGeom prst="ellipse">
            <a:avLst/>
          </a:prstGeom>
          <a:solidFill>
            <a:srgbClr val="00C8FF">
              <a:alpha val="-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4389120"/>
            <a:ext cx="73152" cy="73152"/>
          </a:xfrm>
          <a:prstGeom prst="ellipse">
            <a:avLst/>
          </a:prstGeom>
          <a:solidFill>
            <a:srgbClr val="00C8FF">
              <a:alpha val="-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808" y="4389120"/>
            <a:ext cx="73152" cy="73152"/>
          </a:xfrm>
          <a:prstGeom prst="ellipse">
            <a:avLst/>
          </a:prstGeom>
          <a:solidFill>
            <a:srgbClr val="00C8FF">
              <a:alpha val="-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4389120"/>
            <a:ext cx="73152" cy="73152"/>
          </a:xfrm>
          <a:prstGeom prst="ellipse">
            <a:avLst/>
          </a:prstGeom>
          <a:solidFill>
            <a:srgbClr val="00C8FF">
              <a:alpha val="-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6752" y="4389120"/>
            <a:ext cx="73152" cy="73152"/>
          </a:xfrm>
          <a:prstGeom prst="ellipse">
            <a:avLst/>
          </a:prstGeom>
          <a:solidFill>
            <a:srgbClr val="00C8FF">
              <a:alpha val="-6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224" y="4389120"/>
            <a:ext cx="73152" cy="73152"/>
          </a:xfrm>
          <a:prstGeom prst="ellipse">
            <a:avLst/>
          </a:prstGeom>
          <a:solidFill>
            <a:srgbClr val="00C8FF">
              <a:alpha val="-7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280160"/>
            <a:ext cx="2926080" cy="320040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SESSION —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2286000"/>
            <a:ext cx="77724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58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the Power of AI for Everyone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Your Name  |  Duration: 3 Hours  |  Level: Beginner–Intermediate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5720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history &amp; how it 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457200" cy="100584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diffusion models, transformers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04872"/>
            <a:ext cx="45720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&amp; live demos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404872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04872"/>
            <a:ext cx="457200" cy="100584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4963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 &amp; Platforms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907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Copilot, Midjourney &amp;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75304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75304"/>
            <a:ext cx="457200" cy="1005840"/>
          </a:xfrm>
          <a:prstGeom prst="rect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Ethics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078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hallucinations &amp; best practices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75304"/>
            <a:ext cx="4206240" cy="10058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75304"/>
            <a:ext cx="457200" cy="1005840"/>
          </a:xfrm>
          <a:prstGeom prst="rect">
            <a:avLst/>
          </a:prstGeom>
          <a:solidFill>
            <a:srgbClr val="00C8FF">
              <a:alpha val="70000"/>
            </a:srgbClr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666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0782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exercises &amp;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refers to artificial intelligence systems that can create new content — text, images, code, audio, and video — by learning patterns from vast amounts of training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2743200" cy="2560320"/>
          </a:xfrm>
          <a:prstGeom prst="rect">
            <a:avLst/>
          </a:prstGeom>
          <a:solidFill>
            <a:srgbClr val="0F1F4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86000"/>
            <a:ext cx="27432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billions of examples to understand language, images, and code structures.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743200" cy="2560320"/>
          </a:xfrm>
          <a:prstGeom prst="rect">
            <a:avLst/>
          </a:prstGeom>
          <a:solidFill>
            <a:srgbClr val="0F1F40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86000"/>
            <a:ext cx="2743200" cy="7315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original, human-like outputs from simple text prompts and instructions.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286000"/>
            <a:ext cx="2743200" cy="2560320"/>
          </a:xfrm>
          <a:prstGeom prst="rect">
            <a:avLst/>
          </a:prstGeom>
          <a:solidFill>
            <a:srgbClr val="0F1F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286000"/>
            <a:ext cx="27432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&amp; Improves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907792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using feedback to align outputs with human intent and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AI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7498080" cy="54864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datasets of text, images &amp; code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4884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patterns &amp; relationships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aligns outputs with human preferences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240280"/>
            <a:ext cx="731520" cy="731520"/>
          </a:xfrm>
          <a:prstGeom prst="ellipse">
            <a:avLst/>
          </a:prstGeom>
          <a:solidFill>
            <a:srgbClr val="7B2FFF">
              <a:alpha val="40000"/>
            </a:srgbClr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35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natural language instructions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0" y="2240280"/>
            <a:ext cx="731520" cy="731520"/>
          </a:xfrm>
          <a:prstGeom prst="ellipse">
            <a:avLst/>
          </a:prstGeom>
          <a:solidFill>
            <a:srgbClr val="00C8FF">
              <a:alpha val="80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3200400"/>
            <a:ext cx="1463040" cy="1463040"/>
          </a:xfrm>
          <a:prstGeom prst="rect">
            <a:avLst/>
          </a:prstGeom>
          <a:solidFill>
            <a:srgbClr val="0F1F40"/>
          </a:solidFill>
          <a:ln w="6350">
            <a:solidFill>
              <a:srgbClr val="7B2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3291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Relevant, coherent content is generated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&amp; Architectures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7373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GPT, Llama, Gemini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 trained on massive text corpora. Power ChatGPT, Copilot and more.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64008" cy="1737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984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 Diffusion, DALL·E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reverse noise to generate photorealistic images from text prompts.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54680"/>
            <a:ext cx="64008" cy="1737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64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Adversarial Networks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compete — a generator creates content, a discriminator critiques 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069080" cy="1737360"/>
          </a:xfrm>
          <a:prstGeom prst="rect">
            <a:avLst/>
          </a:prstGeom>
          <a:solidFill>
            <a:srgbClr val="0F1F4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64008" cy="1737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64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GPT-4o, Gemini Ultra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generate across text, images, audio &amp; video in a single model.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FF6B6B">
              <a:alpha val="3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analysis · Clinical note generation · Drug discovery · Patient Q&amp;A chatbots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· Report generation · Risk analysis · Personalized financial advice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06D6A0">
              <a:alpha val="3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tutoring · Auto-grading · Content generation · Personalized learning paths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2743200" cy="347472"/>
          </a:xfrm>
          <a:prstGeom prst="rect">
            <a:avLst/>
          </a:prstGeom>
          <a:solidFill>
            <a:srgbClr val="00C8FF">
              <a:alpha val="3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· Bug fixing · Documentation · Architecture design assistance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63240"/>
            <a:ext cx="2743200" cy="347472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writing · Ad creative · SEO content · Email personalization campaigns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743200" cy="1691640"/>
          </a:xfrm>
          <a:prstGeom prst="rect">
            <a:avLst/>
          </a:prstGeom>
          <a:solidFill>
            <a:srgbClr val="0F1F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63240"/>
            <a:ext cx="2743200" cy="347472"/>
          </a:xfrm>
          <a:prstGeom prst="rect">
            <a:avLst/>
          </a:prstGeom>
          <a:solidFill>
            <a:srgbClr val="FF8C42">
              <a:alpha val="3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520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· Case research · Summary drafting · Compliance checking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Generative AI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10A3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07592"/>
            <a:ext cx="292608" cy="292608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152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A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Chat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1887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writing, analysis, coding &amp; brainstorming.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CC78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1307592"/>
            <a:ext cx="292608" cy="292608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1521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75504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9400" y="11887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AI known for safety, nuanced reasoning &amp; document analysis.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901952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007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112264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 / Productivity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19933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in Microsoft 365 &amp; GitHub for code and document generation.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901952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2112264"/>
            <a:ext cx="292608" cy="29260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75504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Multimodal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199339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AI integrated into Search, Docs &amp; Android.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706624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7B2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916936"/>
            <a:ext cx="292608" cy="29260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2761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279806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AI art generation via Discord prompts.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706624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2916936"/>
            <a:ext cx="292608" cy="29260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2761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75504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Generation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29400" y="279806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AI with precise prompt-following &amp; creative styles.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511296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FF8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721608"/>
            <a:ext cx="292608" cy="29260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94560" y="360273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editing and generation for creatives and filmmakers.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511296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FFD1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3721608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75504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75504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360273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cinematic video from text prompts up to 60 seconds.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315968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4526280"/>
            <a:ext cx="292608" cy="29260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" y="4370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0664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/ Research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94560" y="44074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search that cites real-time web sources accurately.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315968"/>
            <a:ext cx="4251960" cy="731520"/>
          </a:xfrm>
          <a:prstGeom prst="rect">
            <a:avLst/>
          </a:prstGeom>
          <a:solidFill>
            <a:srgbClr val="0F1F40"/>
          </a:solidFill>
          <a:ln w="7620">
            <a:solidFill>
              <a:srgbClr val="6E40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82312" y="4526280"/>
            <a:ext cx="292608" cy="29260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75504" y="4370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75504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29400" y="44074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programmer in VS Code that autocompletes entire functions.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3657600"/>
          </a:xfrm>
          <a:prstGeom prst="rect">
            <a:avLst/>
          </a:prstGeom>
          <a:solidFill>
            <a:srgbClr val="0F1F40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of crafting clear, precise instructions that guide AI models to produce accurate, useful, and relevant outputs.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 specific and 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Provide context &amp; examples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 role / persona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output format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and refine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system-level instructions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4389120" cy="347472"/>
          </a:xfrm>
          <a:prstGeom prst="rect">
            <a:avLst/>
          </a:prstGeom>
          <a:solidFill>
            <a:srgbClr val="1A1A2E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34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PROMPT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536192"/>
            <a:ext cx="4389120" cy="3310128"/>
          </a:xfrm>
          <a:prstGeom prst="rect">
            <a:avLst/>
          </a:prstGeom>
          <a:solidFill>
            <a:srgbClr val="0A0A18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2763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product manager at a SaaS company.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12140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236829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61518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are launching a new AI feature for HR teams.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8620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31089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335584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3-paragraph announcement email for our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360273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newsletter. Keep it under 200 words.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84962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09651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434340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line, greeting, body, call-to-action.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Ethics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false information confidently. Always verify critical facts from authoritative sources.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3824" y="118872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0098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2219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00984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reflect biases in training data. Audit outputs for discriminatory patterns in hiring, lending, healthcare.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18872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9984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sharing personal, confidential, or proprietary data in public AI tools. Check your org's AI usage policy.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06324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FF8C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&amp; 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may raise IP questions. Understand legal frameworks before publishing AI outputs.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63824" y="306324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0098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◎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22192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00984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disclose AI assistance in work products when required. Maintain human oversight of key decisions.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1616" y="3063240"/>
            <a:ext cx="2743200" cy="1719072"/>
          </a:xfrm>
          <a:prstGeom prst="rect">
            <a:avLst/>
          </a:prstGeom>
          <a:solidFill>
            <a:srgbClr val="0F1F40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0877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9984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08776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AI models consumes significant energy. Consider efficiency and sustainable AI practices.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7315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217920" y="457200"/>
            <a:ext cx="2560320" cy="2560320"/>
          </a:xfrm>
          <a:prstGeom prst="rect">
            <a:avLst/>
          </a:prstGeom>
          <a:solidFill>
            <a:srgbClr val="7B2FFF">
              <a:alpha val="8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132320" y="1371600"/>
            <a:ext cx="1828800" cy="1828800"/>
          </a:xfrm>
          <a:prstGeom prst="rect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4008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AI!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5303520" cy="274320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NEXT STEPS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ChatGPT / Claude today — try prompts for your daily tasks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hands-on lab exercises in your workbook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3776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internal AI Community of Practice 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320040" cy="320040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6112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advanced session: AI Agents &amp; Automation (next month)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2148840"/>
            <a:ext cx="2880360" cy="2743200"/>
          </a:xfrm>
          <a:prstGeom prst="rect">
            <a:avLst/>
          </a:prstGeom>
          <a:solidFill>
            <a:srgbClr val="0C1632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promptingguide.ai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1455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learnprompting.org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3547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huggingface.co/learn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3950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openai.com/research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4352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anthropic.com/research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92040"/>
            <a:ext cx="73152" cy="73152"/>
          </a:xfrm>
          <a:prstGeom prst="ellipse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892040"/>
            <a:ext cx="73152" cy="73152"/>
          </a:xfrm>
          <a:prstGeom prst="ellipse">
            <a:avLst/>
          </a:prstGeom>
          <a:solidFill>
            <a:srgbClr val="00C8FF">
              <a:alpha val="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4892040"/>
            <a:ext cx="73152" cy="73152"/>
          </a:xfrm>
          <a:prstGeom prst="ellipse">
            <a:avLst/>
          </a:prstGeom>
          <a:solidFill>
            <a:srgbClr val="00C8FF">
              <a:alpha val="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08760" y="4892040"/>
            <a:ext cx="73152" cy="73152"/>
          </a:xfrm>
          <a:prstGeom prst="ellipse">
            <a:avLst/>
          </a:prstGeom>
          <a:solidFill>
            <a:srgbClr val="00C8FF">
              <a:alpha val="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4892040"/>
            <a:ext cx="73152" cy="73152"/>
          </a:xfrm>
          <a:prstGeom prst="ellipse">
            <a:avLst/>
          </a:prstGeom>
          <a:solidFill>
            <a:srgbClr val="00C8FF">
              <a:alpha val="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4892040"/>
            <a:ext cx="73152" cy="73152"/>
          </a:xfrm>
          <a:prstGeom prst="ellipse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4892040"/>
            <a:ext cx="73152" cy="73152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4892040"/>
            <a:ext cx="73152" cy="73152"/>
          </a:xfrm>
          <a:prstGeom prst="ellipse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4892040"/>
            <a:ext cx="73152" cy="73152"/>
          </a:xfrm>
          <a:prstGeom prst="ellipse">
            <a:avLst/>
          </a:prstGeom>
          <a:solidFill>
            <a:srgbClr val="00C8FF">
              <a:alpha val="-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4892040"/>
            <a:ext cx="73152" cy="73152"/>
          </a:xfrm>
          <a:prstGeom prst="ellipse">
            <a:avLst/>
          </a:prstGeom>
          <a:solidFill>
            <a:srgbClr val="00C8FF">
              <a:alpha val="-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4892040"/>
            <a:ext cx="73152" cy="73152"/>
          </a:xfrm>
          <a:prstGeom prst="ellipse">
            <a:avLst/>
          </a:prstGeom>
          <a:solidFill>
            <a:srgbClr val="00C8FF">
              <a:alpha val="-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892040"/>
            <a:ext cx="73152" cy="73152"/>
          </a:xfrm>
          <a:prstGeom prst="ellipse">
            <a:avLst/>
          </a:prstGeom>
          <a:solidFill>
            <a:srgbClr val="00C8FF">
              <a:alpha val="-2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4892040"/>
            <a:ext cx="73152" cy="73152"/>
          </a:xfrm>
          <a:prstGeom prst="ellipse">
            <a:avLst/>
          </a:prstGeom>
          <a:solidFill>
            <a:srgbClr val="00C8FF">
              <a:alpha val="-36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3560" y="4892040"/>
            <a:ext cx="73152" cy="73152"/>
          </a:xfrm>
          <a:prstGeom prst="ellipse">
            <a:avLst/>
          </a:prstGeom>
          <a:solidFill>
            <a:srgbClr val="00C8FF">
              <a:alpha val="-4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892040"/>
            <a:ext cx="73152" cy="73152"/>
          </a:xfrm>
          <a:prstGeom prst="ellipse">
            <a:avLst/>
          </a:prstGeom>
          <a:solidFill>
            <a:srgbClr val="00C8FF">
              <a:alpha val="-5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4892040"/>
            <a:ext cx="73152" cy="73152"/>
          </a:xfrm>
          <a:prstGeom prst="ellipse">
            <a:avLst/>
          </a:prstGeom>
          <a:solidFill>
            <a:srgbClr val="00C8FF">
              <a:alpha val="-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 · Questions welcome · Let's build the future together!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02 —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AI: A Complete Framework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0"/>
            <a:ext cx="3840480" cy="37947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389120" y="1097280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0" y="1097280"/>
            <a:ext cx="64008" cy="7315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152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Foundation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14630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 · NLP · Reasoning &amp; Problem Solving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89120" y="1901952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5BA8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901952"/>
            <a:ext cx="64008" cy="731520"/>
          </a:xfrm>
          <a:prstGeom prst="rect">
            <a:avLst/>
          </a:prstGeom>
          <a:solidFill>
            <a:srgbClr val="5BA85B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9568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0" y="22677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Neural Networks · CNNs · Transformers · RNNs · Deep Belief Networks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89120" y="2706624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2706624"/>
            <a:ext cx="64008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761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307238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RAG · Tool Use &amp; Function Calling · Multimodal Generation · Hallucination Mitigation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89120" y="3511296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E05C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0" y="3511296"/>
            <a:ext cx="64008" cy="7315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3566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387705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Tasks · Goal Decomposition · Memory Systems · Human-in-the-Loop · Tool Orchestration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89120" y="4315968"/>
            <a:ext cx="4480560" cy="73152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4315968"/>
            <a:ext cx="64008" cy="7315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3708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(Full Automation)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0" y="46817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· Task Scheduling · Governance &amp; Guardrails · Observability &amp; Self-Improvement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1632"/>
          </a:solidFill>
          <a:ln w="12700">
            <a:solidFill>
              <a:srgbClr val="0C16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01 —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AI: From Classical to Agentic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051560"/>
            <a:ext cx="3749040" cy="385876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078992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6B9A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78992"/>
            <a:ext cx="64008" cy="594360"/>
          </a:xfrm>
          <a:prstGeom prst="rect">
            <a:avLst/>
          </a:prstGeom>
          <a:solidFill>
            <a:srgbClr val="6B9AC4"/>
          </a:solidFill>
          <a:ln w="12700">
            <a:solidFill>
              <a:srgbClr val="6B9A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52544" y="1197864"/>
            <a:ext cx="347472" cy="347472"/>
          </a:xfrm>
          <a:prstGeom prst="ellipse">
            <a:avLst/>
          </a:prstGeom>
          <a:solidFill>
            <a:srgbClr val="6B9AC4">
              <a:alpha val="45000"/>
            </a:srgbClr>
          </a:solidFill>
          <a:ln w="10160">
            <a:solidFill>
              <a:srgbClr val="6B9A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52544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1155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13716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  ·  Symbolic AI · Expert Systems · Knowledge Representation · Logic &amp; Reasoning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4320" y="1737360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7CBF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737360"/>
            <a:ext cx="64008" cy="594360"/>
          </a:xfrm>
          <a:prstGeom prst="rect">
            <a:avLst/>
          </a:prstGeom>
          <a:solidFill>
            <a:srgbClr val="7CBF7C"/>
          </a:solidFill>
          <a:ln w="12700">
            <a:solidFill>
              <a:srgbClr val="7CBF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2544" y="1856232"/>
            <a:ext cx="347472" cy="347472"/>
          </a:xfrm>
          <a:prstGeom prst="ellipse">
            <a:avLst/>
          </a:prstGeom>
          <a:solidFill>
            <a:srgbClr val="7CBF7C">
              <a:alpha val="45000"/>
            </a:srgbClr>
          </a:solidFill>
          <a:ln w="10160">
            <a:solidFill>
              <a:srgbClr val="7CBF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17739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2029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Layer  ·  Supervised · Unsupervised · Reinforcement Learning · Regression · Classification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2395728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C0A0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395728"/>
            <a:ext cx="64008" cy="594360"/>
          </a:xfrm>
          <a:prstGeom prst="rect">
            <a:avLst/>
          </a:prstGeom>
          <a:solidFill>
            <a:srgbClr val="C0A050"/>
          </a:solidFill>
          <a:ln w="12700">
            <a:solidFill>
              <a:srgbClr val="C0A0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52544" y="2514600"/>
            <a:ext cx="347472" cy="347472"/>
          </a:xfrm>
          <a:prstGeom prst="ellipse">
            <a:avLst/>
          </a:prstGeom>
          <a:solidFill>
            <a:srgbClr val="C0A050">
              <a:alpha val="45000"/>
            </a:srgbClr>
          </a:solidFill>
          <a:ln w="10160">
            <a:solidFill>
              <a:srgbClr val="C0A0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243230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26883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 ·  Perceptrons · Cost Functions · Backpropagation · Activation Functions · Hidden Layers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3054096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C89B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3054096"/>
            <a:ext cx="64008" cy="594360"/>
          </a:xfrm>
          <a:prstGeom prst="rect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52544" y="3172968"/>
            <a:ext cx="347472" cy="347472"/>
          </a:xfrm>
          <a:prstGeom prst="ellipse">
            <a:avLst/>
          </a:prstGeom>
          <a:solidFill>
            <a:srgbClr val="C89B4A">
              <a:alpha val="45000"/>
            </a:srgbClr>
          </a:solidFill>
          <a:ln w="10160">
            <a:solidFill>
              <a:srgbClr val="C89B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52544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30906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33467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  ·  Transformers · LSTMs · RNNs · CNNs · Autoencoders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712464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CC7BA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712464"/>
            <a:ext cx="64008" cy="594360"/>
          </a:xfrm>
          <a:prstGeom prst="rect">
            <a:avLst/>
          </a:prstGeom>
          <a:solidFill>
            <a:srgbClr val="CC7BAA"/>
          </a:solidFill>
          <a:ln w="12700">
            <a:solidFill>
              <a:srgbClr val="CC7BA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52544" y="3831336"/>
            <a:ext cx="347472" cy="347472"/>
          </a:xfrm>
          <a:prstGeom prst="ellipse">
            <a:avLst/>
          </a:prstGeom>
          <a:solidFill>
            <a:srgbClr val="CC7BAA">
              <a:alpha val="45000"/>
            </a:srgbClr>
          </a:solidFill>
          <a:ln w="10160">
            <a:solidFill>
              <a:srgbClr val="CC7BA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52544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374904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4005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Layer  ·  LLMs · Diffusion Models · VAEs · Multimodal Models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74320" y="4370832"/>
            <a:ext cx="4526280" cy="594360"/>
          </a:xfrm>
          <a:prstGeom prst="rect">
            <a:avLst/>
          </a:prstGeom>
          <a:solidFill>
            <a:srgbClr val="0F1F40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" y="4370832"/>
            <a:ext cx="64008" cy="5943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52544" y="4489704"/>
            <a:ext cx="347472" cy="347472"/>
          </a:xfrm>
          <a:prstGeom prst="ellipse">
            <a:avLst/>
          </a:prstGeom>
          <a:solidFill>
            <a:srgbClr val="7B2FFF">
              <a:alpha val="45000"/>
            </a:srgbClr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52544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44074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457200" y="4663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Layer  ·  Memory · Planning · Tool Use · Autonomous Execution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Generative AI</dc:title>
  <dc:subject>PptxGenJS Presentation</dc:subject>
  <dc:creator>PptxGenJS</dc:creator>
  <cp:lastModifiedBy>PptxGenJS</cp:lastModifiedBy>
  <cp:revision>1</cp:revision>
  <dcterms:created xsi:type="dcterms:W3CDTF">2026-02-21T11:17:33Z</dcterms:created>
  <dcterms:modified xsi:type="dcterms:W3CDTF">2026-02-21T11:17:33Z</dcterms:modified>
</cp:coreProperties>
</file>